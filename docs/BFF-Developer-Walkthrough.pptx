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to the architecture overview deck. That one says why; this one says where - every slide names the actual files so you can open them as you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 slide. If a later slide mentions a component, this is the lookup table for where it lives. SecurityConfig is the one to read first - the comments carry the war stories.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for this slide: open the network tab, click Facilities, follow one request through. Step 5 is highlighted because it is the enforcement point people forget - URL rules say "authenticated", the @PreAuthorize says who.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flow is Spring Security configuration, not custom code - SecurityConfig wires oauth2Login, the success handler, and the authorities mapper. The one custom piece is the role converter, because Keycloak puts client roles in a nested claim Spring does not read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bypass in the callout is documented inline in SecurityConfig with the full reasoning - read it before touching the CSRF 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(backchannel) is instant but depends on delivery; pull (introspection) bounds staleness at the poll interval; the idle timer is UX + security hygiene. All three funnel into the same 401-driven UI reaction.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redirect lands on the wrong host or port, this slide is the debugging map: the answer is almost always the prefix header or a proxy location block, not Spring.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adding a machine integration later costs one env flag, not a redesign - and why the roles shown in Swagger (read from @PreAuthorize) are authoritative for both doors.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doubles as a cheat sheet. The brief READMEs in the repo root, backend/ and frontend/ are the 5-minute versions of this deck; docs/ has the deep guides.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8580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2FA3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65836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651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BFF Parts Work Together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6118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developer's wiring guide to BFF Kickstart: which class does what,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one request threads through all of them.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 · github.com/ryanjjohnson/bff-kickstart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8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moving part, and the file it lives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0835640" cy="658368"/>
          </a:xfrm>
          <a:prstGeom prst="roundRect">
            <a:avLst>
              <a:gd name="adj" fmla="val 12500"/>
            </a:avLst>
          </a:prstGeom>
          <a:solidFill>
            <a:srgbClr val="F0F5F2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152704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0F6A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953" y="1623609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4721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client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755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8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frontend/src/lib/api-client.ts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472184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session cookie, mirrors the CSRF cookie into a header, turns 401s into instant signed-out state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85800" y="2148840"/>
            <a:ext cx="10835640" cy="658368"/>
          </a:xfrm>
          <a:prstGeom prst="roundRect">
            <a:avLst>
              <a:gd name="adj" fmla="val 12500"/>
            </a:avLst>
          </a:prstGeom>
          <a:solidFill>
            <a:srgbClr val="F0F5F2"/>
          </a:solidFill>
          <a:ln/>
        </p:spPr>
      </p:sp>
      <p:sp>
        <p:nvSpPr>
          <p:cNvPr id="11" name="Shape 8"/>
          <p:cNvSpPr/>
          <p:nvPr/>
        </p:nvSpPr>
        <p:spPr>
          <a:xfrm>
            <a:off x="850392" y="225856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0F6A4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953" y="235512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3040" y="22037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463040" y="24871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8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vite.config.ts / nginx.conf.template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4892040" y="2203704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browser origin; rewrites app paths onto the backend and stamps X-Forwarded-Prefix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85800" y="2880360"/>
            <a:ext cx="10835640" cy="658368"/>
          </a:xfrm>
          <a:prstGeom prst="roundRect">
            <a:avLst>
              <a:gd name="adj" fmla="val 12500"/>
            </a:avLst>
          </a:prstGeom>
          <a:solidFill>
            <a:srgbClr val="F0F5F2"/>
          </a:solidFill>
          <a:ln/>
        </p:spPr>
      </p:sp>
      <p:sp>
        <p:nvSpPr>
          <p:cNvPr id="17" name="Shape 13"/>
          <p:cNvSpPr/>
          <p:nvPr/>
        </p:nvSpPr>
        <p:spPr>
          <a:xfrm>
            <a:off x="850392" y="299008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0F6A4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953" y="3086649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29352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SecurityFilterChain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463040" y="3218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8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configurations/SecurityConfig.java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4892040" y="2935224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spine: CORS, CSRF, URL rules, oauth2Login, logout, optional Bearer support - heavily commented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85800" y="3611880"/>
            <a:ext cx="10835640" cy="658368"/>
          </a:xfrm>
          <a:prstGeom prst="roundRect">
            <a:avLst>
              <a:gd name="adj" fmla="val 12500"/>
            </a:avLst>
          </a:prstGeom>
          <a:solidFill>
            <a:srgbClr val="F0F5F2"/>
          </a:solidFill>
          <a:ln/>
        </p:spPr>
      </p:sp>
      <p:sp>
        <p:nvSpPr>
          <p:cNvPr id="23" name="Shape 18"/>
          <p:cNvSpPr/>
          <p:nvPr/>
        </p:nvSpPr>
        <p:spPr>
          <a:xfrm>
            <a:off x="850392" y="372160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0F6A4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953" y="3818169"/>
            <a:ext cx="245791" cy="24579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63040" y="366674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1463040" y="3950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8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Spring's OAuth2AuthorizedClientService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4892040" y="3666744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access/refresh tokens actually live, keyed by session - never in the browser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85800" y="4343400"/>
            <a:ext cx="10835640" cy="658368"/>
          </a:xfrm>
          <a:prstGeom prst="roundRect">
            <a:avLst>
              <a:gd name="adj" fmla="val 12500"/>
            </a:avLst>
          </a:prstGeom>
          <a:solidFill>
            <a:srgbClr val="F0F5F2"/>
          </a:solidFill>
          <a:ln/>
        </p:spPr>
      </p:sp>
      <p:sp>
        <p:nvSpPr>
          <p:cNvPr id="29" name="Shape 23"/>
          <p:cNvSpPr/>
          <p:nvPr/>
        </p:nvSpPr>
        <p:spPr>
          <a:xfrm>
            <a:off x="850392" y="445312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0F6A44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953" y="4549689"/>
            <a:ext cx="245791" cy="245791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463040" y="439826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converter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1463040" y="46817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8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security/KeycloakRealmRoleConverter.java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4892040" y="4398264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resource_access.&lt;client&gt;.roles claim -&gt; ROLE_* authorities, shared by session and JWT paths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85800" y="5074920"/>
            <a:ext cx="10835640" cy="658368"/>
          </a:xfrm>
          <a:prstGeom prst="roundRect">
            <a:avLst>
              <a:gd name="adj" fmla="val 12500"/>
            </a:avLst>
          </a:prstGeom>
          <a:solidFill>
            <a:srgbClr val="F0F5F2"/>
          </a:solidFill>
          <a:ln/>
        </p:spPr>
      </p:sp>
      <p:sp>
        <p:nvSpPr>
          <p:cNvPr id="35" name="Shape 28"/>
          <p:cNvSpPr/>
          <p:nvPr/>
        </p:nvSpPr>
        <p:spPr>
          <a:xfrm>
            <a:off x="850392" y="518464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0F6A44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953" y="5281209"/>
            <a:ext cx="245791" cy="245791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463040" y="51297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check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1463040" y="54132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8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controllers/MeController.java</a:t>
            </a:r>
            <a:endParaRPr lang="en-US" sz="950" dirty="0"/>
          </a:p>
        </p:txBody>
      </p:sp>
      <p:sp>
        <p:nvSpPr>
          <p:cNvPr id="39" name="Text 31"/>
          <p:cNvSpPr txBox="1"/>
          <p:nvPr/>
        </p:nvSpPr>
        <p:spPr>
          <a:xfrm>
            <a:off x="4892040" y="5129784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/me call re-verifies the session against Keycloak (RFC 7662 introspection), fail-open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685800" y="5806440"/>
            <a:ext cx="10835640" cy="658368"/>
          </a:xfrm>
          <a:prstGeom prst="roundRect">
            <a:avLst>
              <a:gd name="adj" fmla="val 12500"/>
            </a:avLst>
          </a:prstGeom>
          <a:solidFill>
            <a:srgbClr val="F0F5F2"/>
          </a:solidFill>
          <a:ln/>
        </p:spPr>
      </p:sp>
      <p:sp>
        <p:nvSpPr>
          <p:cNvPr id="41" name="Shape 33"/>
          <p:cNvSpPr/>
          <p:nvPr/>
        </p:nvSpPr>
        <p:spPr>
          <a:xfrm>
            <a:off x="850392" y="591616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0F6A44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953" y="6012729"/>
            <a:ext cx="245791" cy="245791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463040" y="5861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countdown</a:t>
            </a:r>
            <a:endParaRPr lang="en-US" sz="1300" dirty="0"/>
          </a:p>
        </p:txBody>
      </p:sp>
      <p:sp>
        <p:nvSpPr>
          <p:cNvPr id="44" name="Text 35"/>
          <p:cNvSpPr txBox="1"/>
          <p:nvPr/>
        </p:nvSpPr>
        <p:spPr>
          <a:xfrm>
            <a:off x="1463040" y="61447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8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frontend/src/auth/SessionTimeoutMonitor.tsx</a:t>
            </a:r>
            <a:endParaRPr lang="en-US" sz="950" dirty="0"/>
          </a:p>
        </p:txBody>
      </p:sp>
      <p:sp>
        <p:nvSpPr>
          <p:cNvPr id="45" name="Text 36"/>
          <p:cNvSpPr txBox="1"/>
          <p:nvPr/>
        </p:nvSpPr>
        <p:spPr>
          <a:xfrm>
            <a:off x="4892040" y="5861304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idle timer + warning dialog; env-tunable, logs out for real at zero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8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HOT PATH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GET, from click to JSON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35640" cy="713232"/>
          </a:xfrm>
          <a:prstGeom prst="roundRect">
            <a:avLst>
              <a:gd name="adj" fmla="val 11538"/>
            </a:avLst>
          </a:prstGeom>
          <a:solidFill>
            <a:srgbClr val="F0F5F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52704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0F6A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45389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calls a TanStack Query hook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1453896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useFacilities() -&gt; fetchFacilities() - components never touch axios directly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157984"/>
            <a:ext cx="10835640" cy="713232"/>
          </a:xfrm>
          <a:prstGeom prst="roundRect">
            <a:avLst>
              <a:gd name="adj" fmla="val 11538"/>
            </a:avLst>
          </a:prstGeom>
          <a:solidFill>
            <a:srgbClr val="F0F5F2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31343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0F6A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22402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sends it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240280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cookie rides automatically; X-XSRF-TOKEN header added on mutating calls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2944368"/>
            <a:ext cx="10835640" cy="713232"/>
          </a:xfrm>
          <a:prstGeom prst="roundRect">
            <a:avLst>
              <a:gd name="adj" fmla="val 11538"/>
            </a:avLst>
          </a:prstGeom>
          <a:solidFill>
            <a:srgbClr val="F0F5F2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09981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0F6A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302666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rewrites it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3026664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/app-path/api/... -&gt; backend context path; X-Forwarded-Prefix added so the backend can build correct URLs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730752"/>
            <a:ext cx="10835640" cy="713232"/>
          </a:xfrm>
          <a:prstGeom prst="roundRect">
            <a:avLst>
              <a:gd name="adj" fmla="val 11538"/>
            </a:avLst>
          </a:prstGeom>
          <a:solidFill>
            <a:srgbClr val="F0F5F2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388620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0F6A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3867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3813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chain, in order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3813048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check -&gt; session -&gt; Authentication restored with ROLE_* authorities -&gt; URL rules (/api/** authenticated)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4517136"/>
            <a:ext cx="10835640" cy="713232"/>
          </a:xfrm>
          <a:prstGeom prst="roundRect">
            <a:avLst>
              <a:gd name="adj" fmla="val 11538"/>
            </a:avLst>
          </a:prstGeom>
          <a:solidFill>
            <a:srgbClr val="0F6A44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467258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2FA36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81328" y="459943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security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806440" y="4599432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F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@PreAuthorize("hasAnyRole('Admin','Inspector','Viewer')") on the controller - the real gate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" y="5303520"/>
            <a:ext cx="10835640" cy="713232"/>
          </a:xfrm>
          <a:prstGeom prst="roundRect">
            <a:avLst>
              <a:gd name="adj" fmla="val 11538"/>
            </a:avLst>
          </a:prstGeom>
          <a:solidFill>
            <a:srgbClr val="F0F5F2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" y="545896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0F6A4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5440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481328" y="538581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Spring MVC from here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5806440" y="5385816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-&gt; service -&gt; repository -&gt; JSON. Nothing below the gate knows auth exists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8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WIRING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component does each step of the login 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2834640" cy="658368"/>
          </a:xfrm>
          <a:prstGeom prst="roundRect">
            <a:avLst>
              <a:gd name="adj" fmla="val 12500"/>
            </a:avLst>
          </a:prstGeom>
          <a:solidFill>
            <a:srgbClr val="0F6A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794760" y="1371600"/>
            <a:ext cx="7726680" cy="658368"/>
          </a:xfrm>
          <a:prstGeom prst="roundRect">
            <a:avLst>
              <a:gd name="adj" fmla="val 12500"/>
            </a:avLst>
          </a:prstGeom>
          <a:solidFill>
            <a:srgbClr val="F0F5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977640" y="14173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login() sends the browser to /oauth2/authorization/keycloak - a backend URL, no SDK, no popup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2029968"/>
            <a:ext cx="0" cy="118872"/>
          </a:xfrm>
          <a:prstGeom prst="line">
            <a:avLst/>
          </a:prstGeom>
          <a:noFill/>
          <a:ln w="28575">
            <a:solidFill>
              <a:srgbClr val="24825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" y="2148840"/>
            <a:ext cx="2834640" cy="658368"/>
          </a:xfrm>
          <a:prstGeom prst="roundRect">
            <a:avLst>
              <a:gd name="adj" fmla="val 12500"/>
            </a:avLst>
          </a:prstGeom>
          <a:solidFill>
            <a:srgbClr val="0F6A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1945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oauth2Login filter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94760" y="2148840"/>
            <a:ext cx="7726680" cy="658368"/>
          </a:xfrm>
          <a:prstGeom prst="roundRect">
            <a:avLst>
              <a:gd name="adj" fmla="val 12500"/>
            </a:avLst>
          </a:prstGeom>
          <a:solidFill>
            <a:srgbClr val="F0F5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77640" y="219456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redirect to Keycloak with client id + state; saves the pending request in the session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03120" y="2807208"/>
            <a:ext cx="0" cy="118872"/>
          </a:xfrm>
          <a:prstGeom prst="line">
            <a:avLst/>
          </a:prstGeom>
          <a:noFill/>
          <a:ln w="28575">
            <a:solidFill>
              <a:srgbClr val="24825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" y="2926080"/>
            <a:ext cx="2834640" cy="658368"/>
          </a:xfrm>
          <a:prstGeom prst="roundRect">
            <a:avLst>
              <a:gd name="adj" fmla="val 12500"/>
            </a:avLst>
          </a:prstGeom>
          <a:solidFill>
            <a:srgbClr val="0F6A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9718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794760" y="2926080"/>
            <a:ext cx="7726680" cy="658368"/>
          </a:xfrm>
          <a:prstGeom prst="roundRect">
            <a:avLst>
              <a:gd name="adj" fmla="val 12500"/>
            </a:avLst>
          </a:prstGeom>
          <a:solidFill>
            <a:srgbClr val="F0F5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977640" y="29718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authenticates. Credentials never touch the SPA or the backend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3584448"/>
            <a:ext cx="0" cy="118872"/>
          </a:xfrm>
          <a:prstGeom prst="line">
            <a:avLst/>
          </a:prstGeom>
          <a:noFill/>
          <a:ln w="28575">
            <a:solidFill>
              <a:srgbClr val="24825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5800" y="3703320"/>
            <a:ext cx="2834640" cy="658368"/>
          </a:xfrm>
          <a:prstGeom prst="roundRect">
            <a:avLst>
              <a:gd name="adj" fmla="val 12500"/>
            </a:avLst>
          </a:prstGeom>
          <a:solidFill>
            <a:srgbClr val="0F6A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749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filter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794760" y="3703320"/>
            <a:ext cx="7726680" cy="658368"/>
          </a:xfrm>
          <a:prstGeom prst="roundRect">
            <a:avLst>
              <a:gd name="adj" fmla="val 12500"/>
            </a:avLst>
          </a:prstGeom>
          <a:solidFill>
            <a:srgbClr val="F0F5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977640" y="374904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/login/oauth2/code/keycloak: exchanges the one-time code + client secret for tokens, server-to-server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03120" y="4361688"/>
            <a:ext cx="0" cy="118872"/>
          </a:xfrm>
          <a:prstGeom prst="line">
            <a:avLst/>
          </a:prstGeom>
          <a:noFill/>
          <a:ln w="28575">
            <a:solidFill>
              <a:srgbClr val="24825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" y="4480560"/>
            <a:ext cx="2834640" cy="658368"/>
          </a:xfrm>
          <a:prstGeom prst="roundRect">
            <a:avLst>
              <a:gd name="adj" fmla="val 12500"/>
            </a:avLst>
          </a:prstGeom>
          <a:solidFill>
            <a:srgbClr val="0F6A4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526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mapper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794760" y="4480560"/>
            <a:ext cx="7726680" cy="658368"/>
          </a:xfrm>
          <a:prstGeom prst="roundRect">
            <a:avLst>
              <a:gd name="adj" fmla="val 12500"/>
            </a:avLst>
          </a:prstGeom>
          <a:solidFill>
            <a:srgbClr val="F0F5F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977640" y="45262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KeycloakRealmRoleConverter: resource_access roles from the ID token -&gt; ROLE_* on the Authentication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03120" y="5138928"/>
            <a:ext cx="0" cy="118872"/>
          </a:xfrm>
          <a:prstGeom prst="line">
            <a:avLst/>
          </a:prstGeom>
          <a:noFill/>
          <a:ln w="28575">
            <a:solidFill>
              <a:srgbClr val="24825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85800" y="5257800"/>
            <a:ext cx="2834640" cy="658368"/>
          </a:xfrm>
          <a:prstGeom prst="roundRect">
            <a:avLst>
              <a:gd name="adj" fmla="val 12500"/>
            </a:avLst>
          </a:prstGeom>
          <a:solidFill>
            <a:srgbClr val="0F6A4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3035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+ registry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794760" y="5257800"/>
            <a:ext cx="7726680" cy="658368"/>
          </a:xfrm>
          <a:prstGeom prst="roundRect">
            <a:avLst>
              <a:gd name="adj" fmla="val 12500"/>
            </a:avLst>
          </a:prstGeom>
          <a:solidFill>
            <a:srgbClr val="F0F5F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977640" y="53035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stored server-side; OidcSessionRegistry records the Keycloak session id (backchannel logout needs it); browser gets one httpOnly cookie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8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MECHANICS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cookie-to-header round trip, exactly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0F5F2"/>
          </a:solidFill>
          <a:ln w="12700">
            <a:solidFill>
              <a:srgbClr val="D9E2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Server sets the cookie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CookieCsrfTokenRepository (httpOnly=false, path=/) + CsrfCookieFilter force XSRF-TOKEN onto every response. Path "/" matters: SPA and API live on sibling paths.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06240" y="3017520"/>
            <a:ext cx="137160" cy="0"/>
          </a:xfrm>
          <a:prstGeom prst="line">
            <a:avLst/>
          </a:prstGeom>
          <a:noFill/>
          <a:ln w="28575">
            <a:solidFill>
              <a:srgbClr val="24825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14630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0F5F2"/>
          </a:solidFill>
          <a:ln w="12700">
            <a:solidFill>
              <a:srgbClr val="D9E2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691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axios mirrors it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2860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xsrfCookieName: 'XSRF-TOKEN' -&gt; X-XSRF-TOKEN header on every mutating call. Same-origin JavaScript can read the cookie; a cross-site attacker's form cannot.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63840" y="3017520"/>
            <a:ext cx="137160" cy="0"/>
          </a:xfrm>
          <a:prstGeom prst="line">
            <a:avLst/>
          </a:prstGeom>
          <a:noFill/>
          <a:ln w="28575">
            <a:solidFill>
              <a:srgbClr val="24825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01000" y="14630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0F6A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0" y="1691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Spring compares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2860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F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value vs header value; mismatch = 403. GETs skip the check; so do Bearer-token calls - matched on the "Bearer " scheme specifically, never on header presence alone.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4892040"/>
            <a:ext cx="108356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DD"/>
            </a:solidFill>
            <a:prstDash val="solid"/>
          </a:ln>
          <a:effectLst>
            <a:outerShdw sx="100000" sy="100000" kx="0" ky="0" algn="bl" rotWithShape="0" blurRad="76200" dist="25400" dir="5400000">
              <a:srgbClr val="1C2B24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074920"/>
            <a:ext cx="10378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scheme check matters: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exempting requests on Authorization-header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8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presence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let a cookie-carrying request smuggle any junk header past CSRF and still authenticate via the session - a real bypass this app had and fixed. BearerTokenAuthenticationFilter only engages on a genuine "Bearer " prefix, so that is what the exemption matches.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8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LIFECYCLE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a session dies, one place it ends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F0F5F2"/>
          </a:solidFill>
          <a:ln w="12700">
            <a:solidFill>
              <a:srgbClr val="D9E2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4592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F6A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175656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824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timeout (client)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3317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SessionTimeoutMonitor counts idle time (env-tunable: 5 min default, 1 min warning). At zero it calls the real RP-initiated logout - Keycloak session ends too.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50592" y="4297680"/>
            <a:ext cx="0" cy="411480"/>
          </a:xfrm>
          <a:prstGeom prst="line">
            <a:avLst/>
          </a:prstGeom>
          <a:noFill/>
          <a:ln w="28575">
            <a:solidFill>
              <a:srgbClr val="24825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343400" y="141732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F0F5F2"/>
          </a:solidFill>
          <a:ln w="12700">
            <a:solidFill>
              <a:srgbClr val="D9E2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164592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F6A4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642" y="175656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12080" y="16824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Backchannel logout (push)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3317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POSTs a logout token to /logout/connect/back-channel/keycloak. OidcSessionRegistry maps it to the local session; a custom handler carries the renamed session cookie.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08192" y="4297680"/>
            <a:ext cx="0" cy="411480"/>
          </a:xfrm>
          <a:prstGeom prst="line">
            <a:avLst/>
          </a:prstGeom>
          <a:noFill/>
          <a:ln w="28575">
            <a:solidFill>
              <a:srgbClr val="248257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8001000" y="141732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F0F5F2"/>
          </a:solidFill>
          <a:ln w="12700">
            <a:solidFill>
              <a:srgbClr val="D9E2D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0" y="164592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F6A4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242" y="175656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869680" y="16824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Introspection poll (pull)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8229600" y="23317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/me call (page load + 30s poll) asks Keycloak if the token is still active. Revoked -&gt; session invalidated on the spot. Fails open on outages.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765792" y="4297680"/>
            <a:ext cx="0" cy="411480"/>
          </a:xfrm>
          <a:prstGeom prst="line">
            <a:avLst/>
          </a:prstGeom>
          <a:noFill/>
          <a:ln w="28575">
            <a:solidFill>
              <a:srgbClr val="248257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85800" y="4846320"/>
            <a:ext cx="10835640" cy="1234440"/>
          </a:xfrm>
          <a:prstGeom prst="roundRect">
            <a:avLst>
              <a:gd name="adj" fmla="val 6667"/>
            </a:avLst>
          </a:prstGeom>
          <a:solidFill>
            <a:srgbClr val="0B3D2E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0292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invalidated -&gt; next API call 401s -&gt; axios interceptor flips auth state instantly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960120" y="54864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F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stale table lingering: the 401 handler in api-client.ts overwrites the cached /me state, every guarded page reacts immediately, and one toast (not five) says you were signed out.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8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ORIGIN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proxy is why everything else stays simple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2926080" cy="1371600"/>
          </a:xfrm>
          <a:prstGeom prst="roundRect">
            <a:avLst>
              <a:gd name="adj" fmla="val 6000"/>
            </a:avLst>
          </a:prstGeom>
          <a:solidFill>
            <a:srgbClr val="F0F5F2"/>
          </a:solidFill>
          <a:ln w="12700">
            <a:solidFill>
              <a:srgbClr val="D9E2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373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6A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8379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647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86968" y="2286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exactly one origin,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cookie jar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11880" y="2240280"/>
            <a:ext cx="685800" cy="0"/>
          </a:xfrm>
          <a:prstGeom prst="line">
            <a:avLst/>
          </a:prstGeom>
          <a:noFill/>
          <a:ln w="28575">
            <a:solidFill>
              <a:srgbClr val="24825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297680" y="155448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0F6A44"/>
          </a:solidFill>
          <a:ln/>
        </p:spPr>
      </p:sp>
      <p:sp>
        <p:nvSpPr>
          <p:cNvPr id="11" name="Shape 8"/>
          <p:cNvSpPr/>
          <p:nvPr/>
        </p:nvSpPr>
        <p:spPr>
          <a:xfrm>
            <a:off x="4480560" y="17373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FA3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83794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74920" y="17647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(dev) / nginx (prod)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498848" y="2286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F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 in both: rewrite prefix,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F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X-Forwarded-Prefix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863840" y="2240280"/>
            <a:ext cx="685800" cy="0"/>
          </a:xfrm>
          <a:prstGeom prst="line">
            <a:avLst/>
          </a:prstGeom>
          <a:noFill/>
          <a:ln w="28575">
            <a:solidFill>
              <a:srgbClr val="248257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8549640" y="1554480"/>
            <a:ext cx="2971800" cy="1371600"/>
          </a:xfrm>
          <a:prstGeom prst="roundRect">
            <a:avLst>
              <a:gd name="adj" fmla="val 6000"/>
            </a:avLst>
          </a:prstGeom>
          <a:solidFill>
            <a:srgbClr val="F0F5F2"/>
          </a:solidFill>
          <a:ln w="12700">
            <a:solidFill>
              <a:srgbClr val="D9E2D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732520" y="17373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6A4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4" y="183794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326880" y="17647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750808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port in prod;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proxy reaches it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85800" y="3383280"/>
            <a:ext cx="108356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9E2DD"/>
            </a:solidFill>
            <a:prstDash val="solid"/>
          </a:ln>
          <a:effectLst>
            <a:outerShdw sx="100000" sy="100000" kx="0" ky="0" algn="bl" rotWithShape="0" blurRad="76200" dist="25400" dir="5400000">
              <a:srgbClr val="1C2B24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68680" y="35478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FA36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64845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08760" y="34564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CORS in production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4754880" y="345643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origin means no preflights, no allow-lists to maintain, no third-party-cookie fights.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85800" y="4279392"/>
            <a:ext cx="108356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9E2DD"/>
            </a:solidFill>
            <a:prstDash val="solid"/>
          </a:ln>
          <a:effectLst>
            <a:outerShdw sx="100000" sy="100000" kx="0" ky="0" algn="bl" rotWithShape="0" blurRad="76200" dist="25400" dir="5400000">
              <a:srgbClr val="1C2B24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68680" y="444398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FA36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544568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508760" y="435254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OAuth2 redirects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4754880" y="435254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X-Forwarded-Prefix + Spring's ForwardedHeaderFilter make the backend generate redirect URIs as seen from the browser, not from inside the cluster.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85800" y="5175504"/>
            <a:ext cx="108356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9E2DD"/>
            </a:solidFill>
            <a:prstDash val="solid"/>
          </a:ln>
          <a:effectLst>
            <a:outerShdw sx="100000" sy="100000" kx="0" ky="0" algn="bl" rotWithShape="0" blurRad="76200" dist="25400" dir="5400000">
              <a:srgbClr val="1C2B24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68680" y="534009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FA36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5440680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508760" y="524865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Dev/prod parity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4754880" y="5248656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vite.config.ts and nginx.conf.template implement the same rewrite table - a bug in one shows up in the other. vite preview covers the no-Docker production-style run.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8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CLIENTS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auth doors, one filter chain, one role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5303520" cy="2377440"/>
          </a:xfrm>
          <a:prstGeom prst="roundRect">
            <a:avLst>
              <a:gd name="adj" fmla="val 3462"/>
            </a:avLst>
          </a:prstGeom>
          <a:solidFill>
            <a:srgbClr val="F0F5F2"/>
          </a:solidFill>
          <a:ln w="12700">
            <a:solidFill>
              <a:srgbClr val="D9E2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6A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7922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190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1: session cookie (always on)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24028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BFF path this deck has traced. Browser + Swagger UI use it. Roles come from the ID token at login via the GrantedAuthoritiesMapper.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303520" cy="2377440"/>
          </a:xfrm>
          <a:prstGeom prst="roundRect">
            <a:avLst>
              <a:gd name="adj" fmla="val 3462"/>
            </a:avLst>
          </a:prstGeom>
          <a:solidFill>
            <a:srgbClr val="F0F5F2"/>
          </a:solidFill>
          <a:ln w="12700">
            <a:solidFill>
              <a:srgbClr val="D9E2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6916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6A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17922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95160" y="17190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2: Bearer JWT (API_EXPOSED=true)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6428232" y="224028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client_credentials service accounts call the same endpoints with Authorization: Bearer. Roles come from the same claim, read by the same converter, just from the JWT instead.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337560" y="3840480"/>
            <a:ext cx="0" cy="457200"/>
          </a:xfrm>
          <a:prstGeom prst="line">
            <a:avLst/>
          </a:prstGeom>
          <a:noFill/>
          <a:ln w="28575">
            <a:solidFill>
              <a:srgbClr val="248257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8869680" y="3840480"/>
            <a:ext cx="0" cy="457200"/>
          </a:xfrm>
          <a:prstGeom prst="line">
            <a:avLst/>
          </a:prstGeom>
          <a:noFill/>
          <a:ln w="28575">
            <a:solidFill>
              <a:srgbClr val="248257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85800" y="4434840"/>
            <a:ext cx="10835640" cy="1645920"/>
          </a:xfrm>
          <a:prstGeom prst="roundRect">
            <a:avLst>
              <a:gd name="adj" fmla="val 5000"/>
            </a:avLst>
          </a:prstGeom>
          <a:solidFill>
            <a:srgbClr val="0B3D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960120" y="4663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SecurityFilterChain, one @PreAuthorize per endpoint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51663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F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BearerTokenAuthenticationFilter engages only on a "Bearer " header; everything else falls through to session auth. KeycloakRealmRoleConverter serves both paths, so an endpoint's role list is written once and true for every kind of caller - including Swagger's "Try it out".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48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CHANGE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plug in, by task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0835640" cy="658368"/>
          </a:xfrm>
          <a:prstGeom prst="roundRect">
            <a:avLst>
              <a:gd name="adj" fmla="val 12500"/>
            </a:avLst>
          </a:prstGeom>
          <a:solidFill>
            <a:srgbClr val="F0F5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endpoint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4630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8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controllers/ + services/ + repositories/ + dtos/, @PreAuthorize on the method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14630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docs/02-adding-a-secure-feature.md walks it end to 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10835640" cy="658368"/>
          </a:xfrm>
          <a:prstGeom prst="roundRect">
            <a:avLst>
              <a:gd name="adj" fmla="val 12500"/>
            </a:avLst>
          </a:prstGeom>
          <a:solidFill>
            <a:srgbClr val="F0F5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1945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page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1945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8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frontend/src/features/&lt;name&gt;/ + one entry in app-routes.ts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19456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routing and auth guard pick it up automatically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880360"/>
            <a:ext cx="10835640" cy="658368"/>
          </a:xfrm>
          <a:prstGeom prst="roundRect">
            <a:avLst>
              <a:gd name="adj" fmla="val 12500"/>
            </a:avLst>
          </a:prstGeom>
          <a:solidFill>
            <a:srgbClr val="F0F5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2926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change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292608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8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V&lt;n&gt;__*.sql in db/migration/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92608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applies it on startup; H2 dev db rebuilds every run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3611880"/>
            <a:ext cx="10835640" cy="658368"/>
          </a:xfrm>
          <a:prstGeom prst="roundRect">
            <a:avLst>
              <a:gd name="adj" fmla="val 12500"/>
            </a:avLst>
          </a:prstGeom>
          <a:solidFill>
            <a:srgbClr val="F0F5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6576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role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36576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8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Keycloak client role + @PreAuthorize lists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6576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roles expand at token issuance - see the realm export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4343400"/>
            <a:ext cx="10835640" cy="658368"/>
          </a:xfrm>
          <a:prstGeom prst="roundRect">
            <a:avLst>
              <a:gd name="adj" fmla="val 12500"/>
            </a:avLst>
          </a:prstGeom>
          <a:solidFill>
            <a:srgbClr val="F0F5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3891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/ flags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926080" y="43891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8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(SESSION_TIMEOUT, IDLE_*, API_EXPOSED, SWAGGER_ENABLED)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38912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timing vars are build args - rebuild to change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5074920"/>
            <a:ext cx="10835640" cy="658368"/>
          </a:xfrm>
          <a:prstGeom prst="roundRect">
            <a:avLst>
              <a:gd name="adj" fmla="val 12500"/>
            </a:avLst>
          </a:prstGeom>
          <a:solidFill>
            <a:srgbClr val="F0F5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1206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behavior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926080" y="51206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8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configurations/SecurityConfig.java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51206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comments first; every non-obvious line explains itself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2026-09-10T13:51:14Z</dcterms:created>
  <dcterms:modified xsi:type="dcterms:W3CDTF">2026-09-10T13:51:14Z</dcterms:modified>
</cp:coreProperties>
</file>